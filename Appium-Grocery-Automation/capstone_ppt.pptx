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Play"/>
      <p:regular r:id="rId22"/>
      <p:bold r:id="rId23"/>
    </p:embeddedFont>
    <p:embeddedFont>
      <p:font typeface="Robo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Play-regular.fntdata"/><Relationship Id="rId21" Type="http://schemas.openxmlformats.org/officeDocument/2006/relationships/slide" Target="slides/slide15.xml"/><Relationship Id="rId24" Type="http://schemas.openxmlformats.org/officeDocument/2006/relationships/font" Target="fonts/Roboto-regular.fntdata"/><Relationship Id="rId23" Type="http://schemas.openxmlformats.org/officeDocument/2006/relationships/font" Target="fonts/Play-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Roboto-italic.fntdata"/><Relationship Id="rId25" Type="http://schemas.openxmlformats.org/officeDocument/2006/relationships/font" Target="fonts/Roboto-bold.fntdata"/><Relationship Id="rId27" Type="http://schemas.openxmlformats.org/officeDocument/2006/relationships/font" Target="fonts/Roboto-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be82de8655_5_7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g3be82de8655_5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be82de865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be82de865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be82de865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be82de865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be82de8655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be82de8655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be82de8655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be82de8655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be82de8655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be82de8655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be82de8655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be82de8655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be82de8655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be82de8655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be82de8655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be82de8655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be82de8655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be82de8655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be82de8655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be82de8655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be82de8655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be82de8655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be82de8655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be82de8655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be82de8655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be82de8655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be82de8655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be82de8655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1" name="Shape 61"/>
        <p:cNvGrpSpPr/>
        <p:nvPr/>
      </p:nvGrpSpPr>
      <p:grpSpPr>
        <a:xfrm>
          <a:off x="0" y="0"/>
          <a:ext cx="0" cy="0"/>
          <a:chOff x="0" y="0"/>
          <a:chExt cx="0" cy="0"/>
        </a:xfrm>
      </p:grpSpPr>
      <p:sp>
        <p:nvSpPr>
          <p:cNvPr id="62" name="Google Shape;62;p15"/>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Google Shape;63;p15"/>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64" name="Google Shape;64;p1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7" name="Shape 67"/>
        <p:cNvGrpSpPr/>
        <p:nvPr/>
      </p:nvGrpSpPr>
      <p:grpSpPr>
        <a:xfrm>
          <a:off x="0" y="0"/>
          <a:ext cx="0" cy="0"/>
          <a:chOff x="0" y="0"/>
          <a:chExt cx="0" cy="0"/>
        </a:xfrm>
      </p:grpSpPr>
      <p:sp>
        <p:nvSpPr>
          <p:cNvPr id="68" name="Google Shape;68;p16"/>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9" name="Google Shape;69;p16"/>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0" name="Google Shape;70;p1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3" name="Shape 73"/>
        <p:cNvGrpSpPr/>
        <p:nvPr/>
      </p:nvGrpSpPr>
      <p:grpSpPr>
        <a:xfrm>
          <a:off x="0" y="0"/>
          <a:ext cx="0" cy="0"/>
          <a:chOff x="0" y="0"/>
          <a:chExt cx="0" cy="0"/>
        </a:xfrm>
      </p:grpSpPr>
      <p:sp>
        <p:nvSpPr>
          <p:cNvPr id="74" name="Google Shape;74;p17"/>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5" name="Google Shape;75;p17"/>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757575"/>
              </a:buClr>
              <a:buSzPts val="1800"/>
              <a:buNone/>
              <a:defRPr sz="1800">
                <a:solidFill>
                  <a:srgbClr val="757575"/>
                </a:solidFill>
              </a:defRPr>
            </a:lvl1pPr>
            <a:lvl2pPr indent="-228600" lvl="1" marL="914400" algn="l">
              <a:lnSpc>
                <a:spcPct val="90000"/>
              </a:lnSpc>
              <a:spcBef>
                <a:spcPts val="400"/>
              </a:spcBef>
              <a:spcAft>
                <a:spcPts val="0"/>
              </a:spcAft>
              <a:buClr>
                <a:srgbClr val="757575"/>
              </a:buClr>
              <a:buSzPts val="1500"/>
              <a:buNone/>
              <a:defRPr sz="1500">
                <a:solidFill>
                  <a:srgbClr val="757575"/>
                </a:solidFill>
              </a:defRPr>
            </a:lvl2pPr>
            <a:lvl3pPr indent="-228600" lvl="2" marL="1371600" algn="l">
              <a:lnSpc>
                <a:spcPct val="90000"/>
              </a:lnSpc>
              <a:spcBef>
                <a:spcPts val="400"/>
              </a:spcBef>
              <a:spcAft>
                <a:spcPts val="0"/>
              </a:spcAft>
              <a:buClr>
                <a:srgbClr val="757575"/>
              </a:buClr>
              <a:buSzPts val="1400"/>
              <a:buNone/>
              <a:defRPr sz="1400">
                <a:solidFill>
                  <a:srgbClr val="757575"/>
                </a:solidFill>
              </a:defRPr>
            </a:lvl3pPr>
            <a:lvl4pPr indent="-228600" lvl="3" marL="1828800" algn="l">
              <a:lnSpc>
                <a:spcPct val="90000"/>
              </a:lnSpc>
              <a:spcBef>
                <a:spcPts val="400"/>
              </a:spcBef>
              <a:spcAft>
                <a:spcPts val="0"/>
              </a:spcAft>
              <a:buClr>
                <a:srgbClr val="757575"/>
              </a:buClr>
              <a:buSzPts val="1200"/>
              <a:buNone/>
              <a:defRPr sz="1200">
                <a:solidFill>
                  <a:srgbClr val="757575"/>
                </a:solidFill>
              </a:defRPr>
            </a:lvl4pPr>
            <a:lvl5pPr indent="-228600" lvl="4" marL="2286000" algn="l">
              <a:lnSpc>
                <a:spcPct val="90000"/>
              </a:lnSpc>
              <a:spcBef>
                <a:spcPts val="400"/>
              </a:spcBef>
              <a:spcAft>
                <a:spcPts val="0"/>
              </a:spcAft>
              <a:buClr>
                <a:srgbClr val="757575"/>
              </a:buClr>
              <a:buSzPts val="1200"/>
              <a:buNone/>
              <a:defRPr sz="1200">
                <a:solidFill>
                  <a:srgbClr val="757575"/>
                </a:solidFill>
              </a:defRPr>
            </a:lvl5pPr>
            <a:lvl6pPr indent="-228600" lvl="5" marL="2743200" algn="l">
              <a:lnSpc>
                <a:spcPct val="90000"/>
              </a:lnSpc>
              <a:spcBef>
                <a:spcPts val="400"/>
              </a:spcBef>
              <a:spcAft>
                <a:spcPts val="0"/>
              </a:spcAft>
              <a:buClr>
                <a:srgbClr val="757575"/>
              </a:buClr>
              <a:buSzPts val="1200"/>
              <a:buNone/>
              <a:defRPr sz="1200">
                <a:solidFill>
                  <a:srgbClr val="757575"/>
                </a:solidFill>
              </a:defRPr>
            </a:lvl6pPr>
            <a:lvl7pPr indent="-228600" lvl="6" marL="3200400" algn="l">
              <a:lnSpc>
                <a:spcPct val="90000"/>
              </a:lnSpc>
              <a:spcBef>
                <a:spcPts val="400"/>
              </a:spcBef>
              <a:spcAft>
                <a:spcPts val="0"/>
              </a:spcAft>
              <a:buClr>
                <a:srgbClr val="757575"/>
              </a:buClr>
              <a:buSzPts val="1200"/>
              <a:buNone/>
              <a:defRPr sz="1200">
                <a:solidFill>
                  <a:srgbClr val="757575"/>
                </a:solidFill>
              </a:defRPr>
            </a:lvl7pPr>
            <a:lvl8pPr indent="-228600" lvl="7" marL="3657600" algn="l">
              <a:lnSpc>
                <a:spcPct val="90000"/>
              </a:lnSpc>
              <a:spcBef>
                <a:spcPts val="400"/>
              </a:spcBef>
              <a:spcAft>
                <a:spcPts val="0"/>
              </a:spcAft>
              <a:buClr>
                <a:srgbClr val="757575"/>
              </a:buClr>
              <a:buSzPts val="1200"/>
              <a:buNone/>
              <a:defRPr sz="1200">
                <a:solidFill>
                  <a:srgbClr val="757575"/>
                </a:solidFill>
              </a:defRPr>
            </a:lvl8pPr>
            <a:lvl9pPr indent="-228600" lvl="8" marL="4114800" algn="l">
              <a:lnSpc>
                <a:spcPct val="90000"/>
              </a:lnSpc>
              <a:spcBef>
                <a:spcPts val="400"/>
              </a:spcBef>
              <a:spcAft>
                <a:spcPts val="0"/>
              </a:spcAft>
              <a:buClr>
                <a:srgbClr val="757575"/>
              </a:buClr>
              <a:buSzPts val="1200"/>
              <a:buNone/>
              <a:defRPr sz="1200">
                <a:solidFill>
                  <a:srgbClr val="757575"/>
                </a:solidFill>
              </a:defRPr>
            </a:lvl9pPr>
          </a:lstStyle>
          <a:p/>
        </p:txBody>
      </p:sp>
      <p:sp>
        <p:nvSpPr>
          <p:cNvPr id="76" name="Google Shape;76;p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Google Shape;78;p1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9" name="Shape 79"/>
        <p:cNvGrpSpPr/>
        <p:nvPr/>
      </p:nvGrpSpPr>
      <p:grpSpPr>
        <a:xfrm>
          <a:off x="0" y="0"/>
          <a:ext cx="0" cy="0"/>
          <a:chOff x="0" y="0"/>
          <a:chExt cx="0" cy="0"/>
        </a:xfrm>
      </p:grpSpPr>
      <p:sp>
        <p:nvSpPr>
          <p:cNvPr id="80" name="Google Shape;80;p18"/>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1" name="Google Shape;81;p18"/>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2" name="Google Shape;82;p18"/>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3" name="Google Shape;83;p1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5" name="Google Shape;85;p1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6" name="Shape 86"/>
        <p:cNvGrpSpPr/>
        <p:nvPr/>
      </p:nvGrpSpPr>
      <p:grpSpPr>
        <a:xfrm>
          <a:off x="0" y="0"/>
          <a:ext cx="0" cy="0"/>
          <a:chOff x="0" y="0"/>
          <a:chExt cx="0" cy="0"/>
        </a:xfrm>
      </p:grpSpPr>
      <p:sp>
        <p:nvSpPr>
          <p:cNvPr id="87" name="Google Shape;87;p19"/>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8" name="Google Shape;88;p19"/>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9" name="Google Shape;89;p19"/>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 name="Google Shape;90;p19"/>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1" name="Google Shape;91;p1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2" name="Google Shape;92;p1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5" name="Shape 95"/>
        <p:cNvGrpSpPr/>
        <p:nvPr/>
      </p:nvGrpSpPr>
      <p:grpSpPr>
        <a:xfrm>
          <a:off x="0" y="0"/>
          <a:ext cx="0" cy="0"/>
          <a:chOff x="0" y="0"/>
          <a:chExt cx="0" cy="0"/>
        </a:xfrm>
      </p:grpSpPr>
      <p:sp>
        <p:nvSpPr>
          <p:cNvPr id="96" name="Google Shape;96;p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7" name="Google Shape;97;p2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9" name="Google Shape;99;p2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0" name="Shape 100"/>
        <p:cNvGrpSpPr/>
        <p:nvPr/>
      </p:nvGrpSpPr>
      <p:grpSpPr>
        <a:xfrm>
          <a:off x="0" y="0"/>
          <a:ext cx="0" cy="0"/>
          <a:chOff x="0" y="0"/>
          <a:chExt cx="0" cy="0"/>
        </a:xfrm>
      </p:grpSpPr>
      <p:sp>
        <p:nvSpPr>
          <p:cNvPr id="101" name="Google Shape;101;p21"/>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2" name="Google Shape;102;p21"/>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3" name="Google Shape;103;p21"/>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4" name="Google Shape;104;p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6" name="Google Shape;106;p2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7" name="Shape 107"/>
        <p:cNvGrpSpPr/>
        <p:nvPr/>
      </p:nvGrpSpPr>
      <p:grpSpPr>
        <a:xfrm>
          <a:off x="0" y="0"/>
          <a:ext cx="0" cy="0"/>
          <a:chOff x="0" y="0"/>
          <a:chExt cx="0" cy="0"/>
        </a:xfrm>
      </p:grpSpPr>
      <p:sp>
        <p:nvSpPr>
          <p:cNvPr id="108" name="Google Shape;108;p22"/>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9" name="Google Shape;109;p22"/>
          <p:cNvSpPr/>
          <p:nvPr>
            <p:ph idx="2" type="pic"/>
          </p:nvPr>
        </p:nvSpPr>
        <p:spPr>
          <a:xfrm>
            <a:off x="3887391" y="740569"/>
            <a:ext cx="4629150" cy="3655219"/>
          </a:xfrm>
          <a:prstGeom prst="rect">
            <a:avLst/>
          </a:prstGeom>
          <a:noFill/>
          <a:ln>
            <a:noFill/>
          </a:ln>
        </p:spPr>
      </p:sp>
      <p:sp>
        <p:nvSpPr>
          <p:cNvPr id="110" name="Google Shape;110;p22"/>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1" name="Google Shape;111;p2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3" name="Google Shape;113;p2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4" name="Shape 114"/>
        <p:cNvGrpSpPr/>
        <p:nvPr/>
      </p:nvGrpSpPr>
      <p:grpSpPr>
        <a:xfrm>
          <a:off x="0" y="0"/>
          <a:ext cx="0" cy="0"/>
          <a:chOff x="0" y="0"/>
          <a:chExt cx="0" cy="0"/>
        </a:xfrm>
      </p:grpSpPr>
      <p:sp>
        <p:nvSpPr>
          <p:cNvPr id="115" name="Google Shape;115;p2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6" name="Google Shape;116;p23"/>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7" name="Google Shape;117;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9" name="Google Shape;119;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0" name="Shape 120"/>
        <p:cNvGrpSpPr/>
        <p:nvPr/>
      </p:nvGrpSpPr>
      <p:grpSpPr>
        <a:xfrm>
          <a:off x="0" y="0"/>
          <a:ext cx="0" cy="0"/>
          <a:chOff x="0" y="0"/>
          <a:chExt cx="0" cy="0"/>
        </a:xfrm>
      </p:grpSpPr>
      <p:sp>
        <p:nvSpPr>
          <p:cNvPr id="121" name="Google Shape;121;p24"/>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2" name="Google Shape;122;p24"/>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3" name="Google Shape;123;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5" name="Google Shape;125;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4" name="Google Shape;54;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5" name="Google Shape;55;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757575"/>
                </a:solidFill>
                <a:latin typeface="Arial"/>
                <a:ea typeface="Arial"/>
                <a:cs typeface="Arial"/>
                <a:sym typeface="Arial"/>
              </a:defRPr>
            </a:lvl1pPr>
            <a:lvl2pPr indent="0" lvl="1" marL="0" marR="0" rtl="0" algn="r">
              <a:spcBef>
                <a:spcPts val="0"/>
              </a:spcBef>
              <a:buNone/>
              <a:defRPr b="0" i="0" sz="900" u="none" cap="none" strike="noStrike">
                <a:solidFill>
                  <a:srgbClr val="757575"/>
                </a:solidFill>
                <a:latin typeface="Arial"/>
                <a:ea typeface="Arial"/>
                <a:cs typeface="Arial"/>
                <a:sym typeface="Arial"/>
              </a:defRPr>
            </a:lvl2pPr>
            <a:lvl3pPr indent="0" lvl="2" marL="0" marR="0" rtl="0" algn="r">
              <a:spcBef>
                <a:spcPts val="0"/>
              </a:spcBef>
              <a:buNone/>
              <a:defRPr b="0" i="0" sz="900" u="none" cap="none" strike="noStrike">
                <a:solidFill>
                  <a:srgbClr val="757575"/>
                </a:solidFill>
                <a:latin typeface="Arial"/>
                <a:ea typeface="Arial"/>
                <a:cs typeface="Arial"/>
                <a:sym typeface="Arial"/>
              </a:defRPr>
            </a:lvl3pPr>
            <a:lvl4pPr indent="0" lvl="3" marL="0" marR="0" rtl="0" algn="r">
              <a:spcBef>
                <a:spcPts val="0"/>
              </a:spcBef>
              <a:buNone/>
              <a:defRPr b="0" i="0" sz="900" u="none" cap="none" strike="noStrike">
                <a:solidFill>
                  <a:srgbClr val="757575"/>
                </a:solidFill>
                <a:latin typeface="Arial"/>
                <a:ea typeface="Arial"/>
                <a:cs typeface="Arial"/>
                <a:sym typeface="Arial"/>
              </a:defRPr>
            </a:lvl4pPr>
            <a:lvl5pPr indent="0" lvl="4" marL="0" marR="0" rtl="0" algn="r">
              <a:spcBef>
                <a:spcPts val="0"/>
              </a:spcBef>
              <a:buNone/>
              <a:defRPr b="0" i="0" sz="900" u="none" cap="none" strike="noStrike">
                <a:solidFill>
                  <a:srgbClr val="757575"/>
                </a:solidFill>
                <a:latin typeface="Arial"/>
                <a:ea typeface="Arial"/>
                <a:cs typeface="Arial"/>
                <a:sym typeface="Arial"/>
              </a:defRPr>
            </a:lvl5pPr>
            <a:lvl6pPr indent="0" lvl="5" marL="0" marR="0" rtl="0" algn="r">
              <a:spcBef>
                <a:spcPts val="0"/>
              </a:spcBef>
              <a:buNone/>
              <a:defRPr b="0" i="0" sz="900" u="none" cap="none" strike="noStrike">
                <a:solidFill>
                  <a:srgbClr val="757575"/>
                </a:solidFill>
                <a:latin typeface="Arial"/>
                <a:ea typeface="Arial"/>
                <a:cs typeface="Arial"/>
                <a:sym typeface="Arial"/>
              </a:defRPr>
            </a:lvl6pPr>
            <a:lvl7pPr indent="0" lvl="6" marL="0" marR="0" rtl="0" algn="r">
              <a:spcBef>
                <a:spcPts val="0"/>
              </a:spcBef>
              <a:buNone/>
              <a:defRPr b="0" i="0" sz="900" u="none" cap="none" strike="noStrike">
                <a:solidFill>
                  <a:srgbClr val="757575"/>
                </a:solidFill>
                <a:latin typeface="Arial"/>
                <a:ea typeface="Arial"/>
                <a:cs typeface="Arial"/>
                <a:sym typeface="Arial"/>
              </a:defRPr>
            </a:lvl7pPr>
            <a:lvl8pPr indent="0" lvl="7" marL="0" marR="0" rtl="0" algn="r">
              <a:spcBef>
                <a:spcPts val="0"/>
              </a:spcBef>
              <a:buNone/>
              <a:defRPr b="0" i="0" sz="900" u="none" cap="none" strike="noStrike">
                <a:solidFill>
                  <a:srgbClr val="757575"/>
                </a:solidFill>
                <a:latin typeface="Arial"/>
                <a:ea typeface="Arial"/>
                <a:cs typeface="Arial"/>
                <a:sym typeface="Arial"/>
              </a:defRPr>
            </a:lvl8pPr>
            <a:lvl9pPr indent="0" lvl="8" marL="0" marR="0" rtl="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56" name="Google Shape;56;p13"/>
          <p:cNvSpPr txBox="1"/>
          <p:nvPr/>
        </p:nvSpPr>
        <p:spPr>
          <a:xfrm>
            <a:off x="4258866" y="5004435"/>
            <a:ext cx="641747" cy="914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GB" sz="600" u="none" cap="none" strike="noStrike">
                <a:solidFill>
                  <a:srgbClr val="000000"/>
                </a:solidFill>
                <a:latin typeface="Arial"/>
                <a:ea typeface="Arial"/>
                <a:cs typeface="Arial"/>
                <a:sym typeface="Arial"/>
              </a:rPr>
              <a:t>General - RPS Data</a:t>
            </a:r>
            <a:endParaRPr sz="1100"/>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6.jpg"/><Relationship Id="rId4"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87CC"/>
        </a:solidFill>
      </p:bgPr>
    </p:bg>
    <p:spTree>
      <p:nvGrpSpPr>
        <p:cNvPr id="129" name="Shape 129"/>
        <p:cNvGrpSpPr/>
        <p:nvPr/>
      </p:nvGrpSpPr>
      <p:grpSpPr>
        <a:xfrm>
          <a:off x="0" y="0"/>
          <a:ext cx="0" cy="0"/>
          <a:chOff x="0" y="0"/>
          <a:chExt cx="0" cy="0"/>
        </a:xfrm>
      </p:grpSpPr>
      <p:pic>
        <p:nvPicPr>
          <p:cNvPr id="130" name="Google Shape;130;p25"/>
          <p:cNvPicPr preferRelativeResize="0"/>
          <p:nvPr/>
        </p:nvPicPr>
        <p:blipFill rotWithShape="1">
          <a:blip r:embed="rId3">
            <a:alphaModFix/>
          </a:blip>
          <a:srcRect b="18587" l="1" r="-386" t="0"/>
          <a:stretch/>
        </p:blipFill>
        <p:spPr>
          <a:xfrm>
            <a:off x="274670" y="178252"/>
            <a:ext cx="909233" cy="591524"/>
          </a:xfrm>
          <a:prstGeom prst="rect">
            <a:avLst/>
          </a:prstGeom>
          <a:noFill/>
          <a:ln>
            <a:noFill/>
          </a:ln>
        </p:spPr>
      </p:pic>
      <p:sp>
        <p:nvSpPr>
          <p:cNvPr id="131" name="Google Shape;131;p25"/>
          <p:cNvSpPr txBox="1"/>
          <p:nvPr/>
        </p:nvSpPr>
        <p:spPr>
          <a:xfrm>
            <a:off x="274670" y="1127815"/>
            <a:ext cx="8666700" cy="323100"/>
          </a:xfrm>
          <a:prstGeom prst="rect">
            <a:avLst/>
          </a:prstGeom>
          <a:noFill/>
          <a:ln>
            <a:noFill/>
          </a:ln>
        </p:spPr>
        <p:txBody>
          <a:bodyPr anchorCtr="0" anchor="t" bIns="0" lIns="0" spcFirstLastPara="1" rIns="0" wrap="square" tIns="0">
            <a:spAutoFit/>
          </a:bodyPr>
          <a:lstStyle/>
          <a:p>
            <a:pPr indent="0" lvl="0" marL="0" marR="0" rtl="0" algn="l">
              <a:lnSpc>
                <a:spcPct val="336607"/>
              </a:lnSpc>
              <a:spcBef>
                <a:spcPts val="0"/>
              </a:spcBef>
              <a:spcAft>
                <a:spcPts val="0"/>
              </a:spcAft>
              <a:buNone/>
            </a:pPr>
            <a:r>
              <a:rPr b="0" i="0" lang="en-GB" sz="2100" u="none" cap="none" strike="noStrike">
                <a:solidFill>
                  <a:srgbClr val="FFFFFF"/>
                </a:solidFill>
                <a:latin typeface="Calibri"/>
                <a:ea typeface="Calibri"/>
                <a:cs typeface="Calibri"/>
                <a:sym typeface="Calibri"/>
              </a:rPr>
              <a:t>WIPRO NGA Program – </a:t>
            </a:r>
            <a:r>
              <a:rPr lang="en-GB" sz="1650">
                <a:solidFill>
                  <a:srgbClr val="1F1F1F"/>
                </a:solidFill>
                <a:highlight>
                  <a:srgbClr val="FFFFFF"/>
                </a:highlight>
                <a:latin typeface="Roboto"/>
                <a:ea typeface="Roboto"/>
                <a:cs typeface="Roboto"/>
                <a:sym typeface="Roboto"/>
              </a:rPr>
              <a:t>25SUB4527(Automotive Testing)</a:t>
            </a:r>
            <a:endParaRPr sz="1100"/>
          </a:p>
        </p:txBody>
      </p:sp>
      <p:sp>
        <p:nvSpPr>
          <p:cNvPr id="132" name="Google Shape;132;p25"/>
          <p:cNvSpPr txBox="1"/>
          <p:nvPr/>
        </p:nvSpPr>
        <p:spPr>
          <a:xfrm>
            <a:off x="274670" y="2456427"/>
            <a:ext cx="5085300" cy="516900"/>
          </a:xfrm>
          <a:prstGeom prst="rect">
            <a:avLst/>
          </a:prstGeom>
          <a:noFill/>
          <a:ln>
            <a:noFill/>
          </a:ln>
        </p:spPr>
        <p:txBody>
          <a:bodyPr anchorCtr="0" anchor="t" bIns="0" lIns="0" spcFirstLastPara="1" rIns="0" wrap="square" tIns="0">
            <a:spAutoFit/>
          </a:bodyPr>
          <a:lstStyle/>
          <a:p>
            <a:pPr indent="0" lvl="0" marL="0" marR="0" rtl="0" algn="just">
              <a:lnSpc>
                <a:spcPct val="93291"/>
              </a:lnSpc>
              <a:spcBef>
                <a:spcPts val="0"/>
              </a:spcBef>
              <a:spcAft>
                <a:spcPts val="0"/>
              </a:spcAft>
              <a:buNone/>
            </a:pPr>
            <a:r>
              <a:rPr b="0" i="0" lang="en-GB" sz="1800" u="none" cap="none" strike="noStrike">
                <a:solidFill>
                  <a:srgbClr val="FFFFFF"/>
                </a:solidFill>
                <a:latin typeface="Arial"/>
                <a:ea typeface="Arial"/>
                <a:cs typeface="Arial"/>
                <a:sym typeface="Arial"/>
              </a:rPr>
              <a:t>Capstone Project Presentation – </a:t>
            </a:r>
            <a:r>
              <a:rPr lang="en-GB" sz="1800">
                <a:solidFill>
                  <a:srgbClr val="FFFFFF"/>
                </a:solidFill>
              </a:rPr>
              <a:t>13</a:t>
            </a:r>
            <a:r>
              <a:rPr b="0" baseline="30000" i="0" lang="en-GB" sz="1800" u="none" cap="none" strike="noStrike">
                <a:solidFill>
                  <a:srgbClr val="FFFFFF"/>
                </a:solidFill>
                <a:latin typeface="Arial"/>
                <a:ea typeface="Arial"/>
                <a:cs typeface="Arial"/>
                <a:sym typeface="Arial"/>
              </a:rPr>
              <a:t>th</a:t>
            </a:r>
            <a:r>
              <a:rPr b="0" i="0" lang="en-GB" sz="1800" u="none" cap="none" strike="noStrike">
                <a:solidFill>
                  <a:srgbClr val="FFFFFF"/>
                </a:solidFill>
                <a:latin typeface="Arial"/>
                <a:ea typeface="Arial"/>
                <a:cs typeface="Arial"/>
                <a:sym typeface="Arial"/>
              </a:rPr>
              <a:t> Feb &amp; 1</a:t>
            </a:r>
            <a:r>
              <a:rPr lang="en-GB" sz="1800">
                <a:solidFill>
                  <a:srgbClr val="FFFFFF"/>
                </a:solidFill>
              </a:rPr>
              <a:t>4</a:t>
            </a:r>
            <a:r>
              <a:rPr b="0" baseline="30000" i="0" lang="en-GB" sz="1800" u="none" cap="none" strike="noStrike">
                <a:solidFill>
                  <a:srgbClr val="FFFFFF"/>
                </a:solidFill>
                <a:latin typeface="Arial"/>
                <a:ea typeface="Arial"/>
                <a:cs typeface="Arial"/>
                <a:sym typeface="Arial"/>
              </a:rPr>
              <a:t>th</a:t>
            </a:r>
            <a:r>
              <a:rPr b="0" i="0" lang="en-GB" sz="1800" u="none" cap="none" strike="noStrike">
                <a:solidFill>
                  <a:srgbClr val="FFFFFF"/>
                </a:solidFill>
                <a:latin typeface="Arial"/>
                <a:ea typeface="Arial"/>
                <a:cs typeface="Arial"/>
                <a:sym typeface="Arial"/>
              </a:rPr>
              <a:t> Feb   2026</a:t>
            </a:r>
            <a:endParaRPr sz="1100"/>
          </a:p>
        </p:txBody>
      </p:sp>
      <p:sp>
        <p:nvSpPr>
          <p:cNvPr id="133" name="Google Shape;133;p25"/>
          <p:cNvSpPr txBox="1"/>
          <p:nvPr/>
        </p:nvSpPr>
        <p:spPr>
          <a:xfrm>
            <a:off x="274669" y="4605338"/>
            <a:ext cx="3129701" cy="166248"/>
          </a:xfrm>
          <a:prstGeom prst="rect">
            <a:avLst/>
          </a:prstGeom>
          <a:noFill/>
          <a:ln>
            <a:noFill/>
          </a:ln>
        </p:spPr>
        <p:txBody>
          <a:bodyPr anchorCtr="0" anchor="t" bIns="0" lIns="0" spcFirstLastPara="1" rIns="0" wrap="square" tIns="0">
            <a:spAutoFit/>
          </a:bodyPr>
          <a:lstStyle/>
          <a:p>
            <a:pPr indent="0" lvl="0" marL="0" marR="0" rtl="0" algn="just">
              <a:lnSpc>
                <a:spcPct val="140060"/>
              </a:lnSpc>
              <a:spcBef>
                <a:spcPts val="0"/>
              </a:spcBef>
              <a:spcAft>
                <a:spcPts val="0"/>
              </a:spcAft>
              <a:buNone/>
            </a:pPr>
            <a:r>
              <a:rPr b="0" i="0" lang="en-GB" sz="1000" u="none" cap="none" strike="noStrike">
                <a:solidFill>
                  <a:srgbClr val="FFFFFF"/>
                </a:solidFill>
                <a:latin typeface="Arial"/>
                <a:ea typeface="Arial"/>
                <a:cs typeface="Arial"/>
                <a:sym typeface="Arial"/>
              </a:rPr>
              <a:t>www.rpsconsulting.in</a:t>
            </a:r>
            <a:endParaRPr sz="1100"/>
          </a:p>
        </p:txBody>
      </p:sp>
      <p:sp>
        <p:nvSpPr>
          <p:cNvPr id="134" name="Google Shape;134;p25"/>
          <p:cNvSpPr txBox="1"/>
          <p:nvPr/>
        </p:nvSpPr>
        <p:spPr>
          <a:xfrm>
            <a:off x="274669" y="3796058"/>
            <a:ext cx="5085300" cy="258600"/>
          </a:xfrm>
          <a:prstGeom prst="rect">
            <a:avLst/>
          </a:prstGeom>
          <a:noFill/>
          <a:ln>
            <a:noFill/>
          </a:ln>
        </p:spPr>
        <p:txBody>
          <a:bodyPr anchorCtr="0" anchor="t" bIns="0" lIns="0" spcFirstLastPara="1" rIns="0" wrap="square" tIns="0">
            <a:spAutoFit/>
          </a:bodyPr>
          <a:lstStyle/>
          <a:p>
            <a:pPr indent="0" lvl="0" marL="0" marR="0" rtl="0" algn="just">
              <a:lnSpc>
                <a:spcPct val="93291"/>
              </a:lnSpc>
              <a:spcBef>
                <a:spcPts val="0"/>
              </a:spcBef>
              <a:spcAft>
                <a:spcPts val="0"/>
              </a:spcAft>
              <a:buNone/>
            </a:pPr>
            <a:r>
              <a:rPr b="0" i="0" lang="en-GB" sz="1800" u="none" cap="none" strike="noStrike">
                <a:solidFill>
                  <a:srgbClr val="FFFFFF"/>
                </a:solidFill>
                <a:latin typeface="Arial"/>
                <a:ea typeface="Arial"/>
                <a:cs typeface="Arial"/>
                <a:sym typeface="Arial"/>
              </a:rPr>
              <a:t>Presented by -  55916 - DIVYANSHU RAJ</a:t>
            </a:r>
            <a:endParaRPr sz="1100"/>
          </a:p>
        </p:txBody>
      </p:sp>
      <p:sp>
        <p:nvSpPr>
          <p:cNvPr id="135" name="Google Shape;135;p25"/>
          <p:cNvSpPr txBox="1"/>
          <p:nvPr/>
        </p:nvSpPr>
        <p:spPr>
          <a:xfrm>
            <a:off x="274675" y="3102675"/>
            <a:ext cx="6043200" cy="258600"/>
          </a:xfrm>
          <a:prstGeom prst="rect">
            <a:avLst/>
          </a:prstGeom>
          <a:noFill/>
          <a:ln>
            <a:noFill/>
          </a:ln>
        </p:spPr>
        <p:txBody>
          <a:bodyPr anchorCtr="0" anchor="t" bIns="0" lIns="0" spcFirstLastPara="1" rIns="0" wrap="square" tIns="0">
            <a:spAutoFit/>
          </a:bodyPr>
          <a:lstStyle/>
          <a:p>
            <a:pPr indent="0" lvl="0" marL="0" marR="0" rtl="0" algn="just">
              <a:lnSpc>
                <a:spcPct val="93291"/>
              </a:lnSpc>
              <a:spcBef>
                <a:spcPts val="0"/>
              </a:spcBef>
              <a:spcAft>
                <a:spcPts val="0"/>
              </a:spcAft>
              <a:buNone/>
            </a:pPr>
            <a:r>
              <a:rPr b="0" i="0" lang="en-GB" sz="1800" u="none" cap="none" strike="noStrike">
                <a:solidFill>
                  <a:srgbClr val="FFFFFF"/>
                </a:solidFill>
                <a:latin typeface="Arial"/>
                <a:ea typeface="Arial"/>
                <a:cs typeface="Arial"/>
                <a:sym typeface="Arial"/>
              </a:rPr>
              <a:t>Project Title Here - Mobile App Compatibility Testing</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6"/>
          <p:cNvPicPr preferRelativeResize="0"/>
          <p:nvPr/>
        </p:nvPicPr>
        <p:blipFill rotWithShape="1">
          <a:blip r:embed="rId3">
            <a:alphaModFix/>
          </a:blip>
          <a:srcRect b="0" l="29" r="19" t="0"/>
          <a:stretch/>
        </p:blipFill>
        <p:spPr>
          <a:xfrm>
            <a:off x="-35700" y="0"/>
            <a:ext cx="9210675" cy="514768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descr="please make it more attractive by adding some professional ,cool, offwhite,background and also font color and style and also add images according to the content in the slide:Slide 3: Problem Statement&#10;Title: Problem Statement&#10;&#10;Body:&#10;&#10;Core Challenge: Manual verification on multiple devices is time-consuming and prone to errors.&#10;&#10;Key Issues:&#10;&#10;UI Fragmentation: Buttons cut off or misaligned on small screens.&#10;&#10;OS Variance: Crashes or &quot;Stale Element&quot; errors on slower devices.&#10;&#10;Efficiency: Excessive time required for manual installation." id="145" name="Google Shape;145;p27"/>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descr="please make it more attractive by adding some professional ,cool, off-white ,background and also change  font color and style and also add bigger images according to the content in the slide that should make it explain the points better:Slide 4: Objectives&#10;Title: Project Objectives&#10;&#10;Body:&#10;&#10;Automate Validation: One Java script for multiple devices.&#10;&#10;Functional Parity: Ensure Login → Product Page works identically on all devices.&#10;&#10;Handle Latency: Use synchronization (Waits) for slower hardware.&#10;&#10;Reporting: Generate clear Pass/Fail status." id="150" name="Google Shape;150;p28"/>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descr="please make it more attractive by adding some professional ,cool, off-white ,background and also change font color and style and also add bigger images according to the content in the slide that should make it explain the points better: Slide 5: Scope&#10;Title: Project Scope&#10;&#10;Body:&#10;&#10;In-Scope:&#10;&#10;App: General-Store.apk (Hybrid E-commerce).&#10;&#10;Devices: Pixel 6 Pro Emulator &amp; Realme RMX5070.&#10;&#10;Scenarios: Launch, Form Entry, Login, Validation.&#10;&#10;Out-of-Scope:&#10;&#10;iOS Automation.&#10;&#10;Payment Gateway testing.&#10;&#10;Network speed simulation." id="155" name="Google Shape;155;p29"/>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30"/>
          <p:cNvPicPr preferRelativeResize="0"/>
          <p:nvPr/>
        </p:nvPicPr>
        <p:blipFill rotWithShape="1">
          <a:blip r:embed="rId3">
            <a:alphaModFix/>
          </a:blip>
          <a:srcRect b="0" l="29" r="19" t="0"/>
          <a:stretch/>
        </p:blipFill>
        <p:spPr>
          <a:xfrm>
            <a:off x="-35700" y="0"/>
            <a:ext cx="9210675" cy="514768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descr="please make it more attractive by adding some professional ,cool, off-white ,background and also change font color and style and also add bigger images according to the content in the slide that should make it explain the points better and also add enough details : Slide 7: Test Environment Title: Test Environment Setup Body: Hardware: Windows 11 Workstation, 16GB RAM. Virtual Device: Pixel Emulator (Android 16, 1080x2400). Physical Device: Realme RMX5070 (Android 16, USB Debugging Enabled)." id="165" name="Google Shape;165;p31"/>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descr="please make it more attractive by adding some professional ,cool, off-white ,background and also change font color and style and also add bigger images according to the content in the slide that should make it explain the points better and also add enough details :Slide 8: Compatibility Test MatrixTitle: Compatibility Test MatrixBody (Insert a Table):Device NameTypeOS VersionOutcomePixel_EmulatorVirtualAndroid 16PASS (Baseline)Realme_DevicePhysicalAndroid 16PASS (Validation)" id="170" name="Google Shape;170;p32"/>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descr="please make it more attractive by adding some professional ,cool, off-white ,background and also change font color and style and also add bigger images according to the content in the slide that should make it explain the points better: Slide 9: Automation Framework&#10;Title: Automation Framework Design&#10;&#10;Body:&#10;&#10;Configuration Layer: Uses UiAutomator2Options for dynamic device capabilities.&#10;&#10;Execution Layer: Manages App Lifecycle (Install → Launch → Quit).&#10;&#10;Synchronization: Implemented Implicit Waits and Thread.sleep(3000) to prevent Stale Element exceptions on real devices." id="175" name="Google Shape;175;p33"/>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descr="draw this diagram with images properly What to draw (The Architecture): Left Box: Client Side (Your Code) Text inside: Eclipse IDE + Java Code + Selenium Library Arrow pointing Right ➡️ (Label: JSON Wire Protocol / HTTP Request) Middle Box: Appium Server Text inside: Node.js Server (Port 4723) Arrow pointing Right ➡️ (Label: UIAutomator2 Commands) Right Box: Target Devices Draw two small boxes inside this: Box A: Pixel Emulator Box B: Realme Physical Device" id="180" name="Google Shape;180;p34"/>
          <p:cNvPicPr preferRelativeResize="0"/>
          <p:nvPr/>
        </p:nvPicPr>
        <p:blipFill>
          <a:blip r:embed="rId3">
            <a:alphaModFix/>
          </a:blip>
          <a:stretch>
            <a:fillRect/>
          </a:stretch>
        </p:blipFill>
        <p:spPr>
          <a:xfrm>
            <a:off x="-96234" y="14000"/>
            <a:ext cx="9240234" cy="5143500"/>
          </a:xfrm>
          <a:prstGeom prst="rect">
            <a:avLst/>
          </a:prstGeom>
          <a:noFill/>
          <a:ln>
            <a:noFill/>
          </a:ln>
        </p:spPr>
      </p:pic>
      <p:pic>
        <p:nvPicPr>
          <p:cNvPr id="181" name="Google Shape;181;p34"/>
          <p:cNvPicPr preferRelativeResize="0"/>
          <p:nvPr/>
        </p:nvPicPr>
        <p:blipFill rotWithShape="1">
          <a:blip r:embed="rId4">
            <a:alphaModFix/>
          </a:blip>
          <a:srcRect b="139" l="0" r="0" t="129"/>
          <a:stretch/>
        </p:blipFill>
        <p:spPr>
          <a:xfrm>
            <a:off x="0" y="23126"/>
            <a:ext cx="9477524" cy="527986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p35"/>
          <p:cNvPicPr preferRelativeResize="0"/>
          <p:nvPr/>
        </p:nvPicPr>
        <p:blipFill rotWithShape="1">
          <a:blip r:embed="rId3">
            <a:alphaModFix/>
          </a:blip>
          <a:srcRect b="0" l="2588" r="2597" t="0"/>
          <a:stretch/>
        </p:blipFill>
        <p:spPr>
          <a:xfrm>
            <a:off x="-133825" y="-166275"/>
            <a:ext cx="9277825" cy="5389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descr="please make it more attractive by adding some professional ,cool, off-white ,background and also change font color and style and also add bigger images according to the content in the slide that should make it explain the points better: Slide 10: Execution Results&#10;Title: Test Execution Results&#10;&#10;Body:&#10;&#10;Summary: Total Tests: 2 | Passed: 2 | Failed: 0&#10;&#10;Virtual Device (Pixel): Status: PASS (~12 Seconds)&#10;&#10;Physical Device (Realme): Status: PASS (~18 Seconds due to USB latency)" id="191" name="Google Shape;191;p36"/>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descr="please make it more attractive by adding some professional ,cool, off-white ,background and also change font color and style and also add bigger images according to the content in the slide that should make it explain the points better: Slide 11: Observations &amp; Issues&#10;Title: Observations &amp; Fixes&#10;&#10;Body:&#10;&#10;Dependency Conflict: Appium 8.5.1 vs Selenium 4.12.1 mismatch.&#10;&#10;Fix: Upgraded to Appium 8.6.0 &amp; Selenium 4.19.1.&#10;&#10;Stale Element Reference: Script failed on real device due to slow animation.&#10;&#10;Fix: Added Synchronization Wait.&#10;&#10;Pathing Errors: Relative paths failed.&#10;&#10;Fix: Used Absolute Path for APK." id="196" name="Google Shape;196;p37"/>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descr="please make it more attractive by adding some professional ,cool, off-white ,background and also change font color and style and also add bigger images according to the content in the slide that should make it explain the points better: Slide 12: Conclusion&#10;Title: Conclusion&#10;&#10;Body:&#10;&#10;Successfully demonstrated compatibility on Emulator &amp; Real Hardware.&#10;&#10;Achieved 100% Code Reusability (Single script for all devices).&#10;&#10;Scalable framework ready for adding more devices." id="201" name="Google Shape;201;p38"/>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39"/>
          <p:cNvPicPr preferRelativeResize="0"/>
          <p:nvPr/>
        </p:nvPicPr>
        <p:blipFill rotWithShape="1">
          <a:blip r:embed="rId3">
            <a:alphaModFix/>
          </a:blip>
          <a:srcRect b="0" l="29" r="19" t="0"/>
          <a:stretch/>
        </p:blipFill>
        <p:spPr>
          <a:xfrm>
            <a:off x="-35700" y="0"/>
            <a:ext cx="9210675" cy="514768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